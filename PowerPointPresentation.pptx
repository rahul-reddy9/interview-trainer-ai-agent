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83" r:id="rId3"/>
    <p:sldId id="257" r:id="rId4"/>
    <p:sldId id="282" r:id="rId6"/>
    <p:sldId id="284" r:id="rId7"/>
    <p:sldId id="285" r:id="rId8"/>
    <p:sldId id="281" r:id="rId9"/>
    <p:sldId id="279" r:id="rId10"/>
    <p:sldId id="262" r:id="rId11"/>
    <p:sldId id="264" r:id="rId12"/>
    <p:sldId id="278" r:id="rId13"/>
    <p:sldId id="286" r:id="rId14"/>
    <p:sldId id="277" r:id="rId15"/>
    <p:sldId id="280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/>
                <a:gridCol w="2443374"/>
                <a:gridCol w="2443374"/>
                <a:gridCol w="2443374"/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Geggalapally Rahul Reddy</a:t>
                      </a:r>
                      <a:endParaRPr lang="en-IN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grahulreddy38@gmail.com</a:t>
                      </a:r>
                      <a:endParaRPr lang="en-IN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9346846643</a:t>
                      </a:r>
                      <a:endParaRPr lang="en-IN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05865" y="1734820"/>
            <a:ext cx="10280015" cy="520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/>
              <a:t>Domain of  Project – </a:t>
            </a:r>
            <a:r>
              <a:rPr lang="en-US" altLang="en-US" sz="2400" b="1" dirty="0">
                <a:highlight>
                  <a:srgbClr val="FFFF00"/>
                </a:highlight>
              </a:rPr>
              <a:t>Education &amp; Career Development</a:t>
            </a:r>
            <a:endParaRPr lang="en-US" altLang="en-US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5865" y="723265"/>
            <a:ext cx="9580880" cy="839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/>
              <a:t>Project Tile – </a:t>
            </a:r>
            <a:r>
              <a:rPr lang="en-US" altLang="en-US" sz="2400" b="1" dirty="0">
                <a:highlight>
                  <a:srgbClr val="FFFF00"/>
                </a:highlight>
              </a:rPr>
              <a:t>Agentic AI Powered Mock Interview &amp; Career Preparation Platform</a:t>
            </a:r>
            <a:endParaRPr lang="en-US" altLang="en-US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1915" y="3683000"/>
            <a:ext cx="1009650" cy="8845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234440"/>
            <a:ext cx="1060704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US" b="1" dirty="0"/>
              <a:t>Interview Trainer Agent</a:t>
            </a:r>
            <a:endParaRPr lang="en-US" b="1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  <a:endParaRPr lang="en-US" dirty="0"/>
          </a:p>
          <a:p>
            <a:pPr algn="just" fontAlgn="base"/>
            <a:r>
              <a:rPr lang="en-US" altLang="en-US" dirty="0"/>
              <a:t>Many students struggle to prepare effectively for technical and HR interviews due to lack of structured guidance, personalized learning paths, and real-time feedback. Interview preparation content is scattered across multiple sources such as websites, books, and mock tests, making it difficult to practice in a focused and efficient way. Without personalized, adaptive, and AI-driven training, learners often fail to identify their weak areas, improve their responses, and gain real interview confidence</a:t>
            </a:r>
            <a:r>
              <a:rPr lang="en-US" dirty="0"/>
              <a:t>.</a:t>
            </a:r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  <a:endParaRPr lang="en-US" dirty="0"/>
          </a:p>
          <a:p>
            <a:pPr algn="just" fontAlgn="base"/>
            <a:r>
              <a:rPr lang="en-US" altLang="en-US" dirty="0"/>
              <a:t>The main objective of this project is to design and develop an</a:t>
            </a:r>
            <a:r>
              <a:rPr lang="en-US" altLang="en-US" b="1" dirty="0"/>
              <a:t> </a:t>
            </a:r>
            <a:r>
              <a:rPr lang="en-IN" altLang="en-US" b="1" dirty="0"/>
              <a:t>I</a:t>
            </a:r>
            <a:r>
              <a:rPr lang="en-US" altLang="en-US" b="1" dirty="0"/>
              <a:t>ntelligent AI-powered Interview Trainer Agent</a:t>
            </a:r>
            <a:r>
              <a:rPr lang="en-US" altLang="en-US" dirty="0"/>
              <a:t> that helps students and job seekers improve their interview preparation through personalized learning, real-time practice, and AI-driven feedback. The system aims to make interview preparation more structured, adaptive, and effective using </a:t>
            </a:r>
            <a:r>
              <a:rPr lang="en-US" altLang="en-US" b="1" dirty="0"/>
              <a:t>Agentic AI</a:t>
            </a:r>
            <a:r>
              <a:rPr lang="en-US" altLang="en-US" dirty="0"/>
              <a:t> and modern </a:t>
            </a:r>
            <a:r>
              <a:rPr lang="en-US" altLang="en-US" b="1" dirty="0"/>
              <a:t>IBM technologies</a:t>
            </a:r>
            <a:r>
              <a:rPr lang="en-US" altLang="en-US" dirty="0"/>
              <a:t>.</a:t>
            </a:r>
            <a:r>
              <a:rPr lang="en-US" dirty="0"/>
              <a:t> </a:t>
            </a:r>
            <a:endParaRPr lang="en-US" dirty="0"/>
          </a:p>
          <a:p>
            <a:pPr algn="just" fontAlgn="base"/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Build an AI-powered Interview Trainer Agent that helps students prepare for technical and HR interviews in a personalized way.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Analyze resumes to extract skills, experience, and domain knowledge to generate relevant interview questions.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Conduct mock interviews and simulate real interview environments for better practice and confidence building.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Evaluate user responses using AI and provide instant feedback, scoring, and improvement suggestions.</a:t>
            </a:r>
            <a:endParaRPr lang="en-US" alt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en-US" dirty="0"/>
              <a:t>Use RAG and Agentic AI to deliver accurate, company-specific preparation and personalized learning guidance.</a:t>
            </a:r>
            <a:endParaRPr lang="en-US" alt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r>
              <a:rPr lang="en-IN" altLang="en-US" sz="2400" b="1" dirty="0"/>
              <a:t> </a:t>
            </a:r>
            <a:r>
              <a:rPr lang="en-US" altLang="en-US" sz="2400" b="1" dirty="0"/>
              <a:t>Interview Trainer Agent</a:t>
            </a:r>
            <a:endParaRPr lang="en-US" altLang="en-US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1165753"/>
            <a:ext cx="10607040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N" b="1" dirty="0"/>
              <a:t>Tech Stack (Mandatory)</a:t>
            </a:r>
            <a:r>
              <a:rPr lang="en-IN" dirty="0"/>
              <a:t> </a:t>
            </a:r>
            <a:endParaRPr lang="en-IN" dirty="0"/>
          </a:p>
          <a:p>
            <a:pPr fontAlgn="base"/>
            <a:endParaRPr lang="en-IN" dirty="0"/>
          </a:p>
          <a:p>
            <a:pPr algn="just" fontAlgn="base"/>
            <a:r>
              <a:rPr lang="en-US" altLang="en-US" dirty="0"/>
              <a:t>The project is developed using a modern IBM AI ecosystem for building an intelligent Interview Trainer Agent.</a:t>
            </a:r>
            <a:endParaRPr lang="en-US" altLang="en-US" dirty="0"/>
          </a:p>
          <a:p>
            <a:pPr algn="just" fontAlgn="base"/>
            <a:r>
              <a:rPr lang="en-US" altLang="en-US" dirty="0"/>
              <a:t>LangFlow is used for designing and visualizing the complete multi-agent workflow in a structured manner.</a:t>
            </a:r>
            <a:endParaRPr lang="en-US" altLang="en-US" dirty="0"/>
          </a:p>
          <a:p>
            <a:pPr algn="just" fontAlgn="base"/>
            <a:r>
              <a:rPr lang="en-US" altLang="en-US" dirty="0"/>
              <a:t>IBM watsonx.ai is used for deploying, managing, and running AI models in a scalable cloud environment.</a:t>
            </a:r>
            <a:endParaRPr lang="en-US" altLang="en-US" dirty="0"/>
          </a:p>
          <a:p>
            <a:pPr algn="just" fontAlgn="base"/>
            <a:r>
              <a:rPr lang="en-US" altLang="en-US" dirty="0"/>
              <a:t>IBM Granite Models are used for natural language understanding, reasoning, and generating interview questions and feedback.</a:t>
            </a:r>
            <a:endParaRPr lang="en-US" altLang="en-US" dirty="0"/>
          </a:p>
          <a:p>
            <a:pPr algn="just" fontAlgn="base"/>
            <a:r>
              <a:rPr lang="en-US" altLang="en-US" dirty="0"/>
              <a:t>The combination of LangFlow + watsonx.ai + Granite Models enables Agentic AI workflows, RAG-based retrieval, and personalized</a:t>
            </a:r>
            <a:br>
              <a:rPr lang="en-US" altLang="en-US" dirty="0"/>
            </a:br>
            <a:r>
              <a:rPr lang="en-US" altLang="en-US" dirty="0"/>
              <a:t> </a:t>
            </a:r>
            <a:r>
              <a:rPr lang="en-IN" altLang="en-US" dirty="0"/>
              <a:t> </a:t>
            </a:r>
            <a:r>
              <a:rPr lang="en-US" altLang="en-US" dirty="0"/>
              <a:t>interview preparation.</a:t>
            </a:r>
            <a:endParaRPr lang="en-US" altLang="en-US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234440"/>
            <a:ext cx="1060704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</a:t>
            </a:r>
            <a:r>
              <a:rPr lang="en-US" b="1" dirty="0">
                <a:sym typeface="+mn-ea"/>
              </a:rPr>
              <a:t>Interview Trainer Agent</a:t>
            </a:r>
            <a:endParaRPr lang="en-US" b="1" dirty="0"/>
          </a:p>
          <a:p>
            <a:endParaRPr lang="en-US" b="1" dirty="0"/>
          </a:p>
          <a:p>
            <a:r>
              <a:rPr lang="en-US" altLang="en-US" dirty="0"/>
              <a:t>The proposed system is an Agentic AI-powered Interview Trainer built using LangFlow, IBM watsonx.ai, and IBM Granite Models.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The system performs:</a:t>
            </a:r>
            <a:endParaRPr lang="en-US" altLang="en-US" dirty="0"/>
          </a:p>
          <a:p>
            <a:pPr marL="285750" indent="-285750" algn="l" fontAlgn="base"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Resume analysis</a:t>
            </a:r>
            <a:endParaRPr lang="en-US" altLang="en-US" dirty="0"/>
          </a:p>
          <a:p>
            <a:pPr marL="285750" indent="-285750" algn="l" fontAlgn="base"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Technical interview simulation</a:t>
            </a:r>
            <a:endParaRPr lang="en-US" altLang="en-US" dirty="0"/>
          </a:p>
          <a:p>
            <a:pPr marL="285750" indent="-285750" algn="l" fontAlgn="base"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HR interview simulation</a:t>
            </a:r>
            <a:endParaRPr lang="en-US" altLang="en-US" dirty="0"/>
          </a:p>
          <a:p>
            <a:pPr marL="285750" indent="-285750" algn="l" fontAlgn="base"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AI-based evaluation</a:t>
            </a:r>
            <a:endParaRPr lang="en-US" altLang="en-US" dirty="0"/>
          </a:p>
          <a:p>
            <a:pPr marL="285750" indent="-285750" algn="l" fontAlgn="base"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Skill gap analysis</a:t>
            </a:r>
            <a:endParaRPr lang="en-US" altLang="en-US" dirty="0"/>
          </a:p>
          <a:p>
            <a:pPr marL="285750" indent="-285750" algn="l" fontAlgn="base"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Learning recommendations</a:t>
            </a:r>
            <a:endParaRPr lang="en-US" altLang="en-US" dirty="0"/>
          </a:p>
          <a:p>
            <a:pPr marL="285750" indent="-285750" algn="l" fontAlgn="base">
              <a:buSzTx/>
              <a:buFont typeface="Arial" panose="020B0604020202020204" pitchFamily="34" charset="0"/>
              <a:buChar char="•"/>
            </a:pPr>
            <a:endParaRPr lang="en-US" altLang="en-US" dirty="0"/>
          </a:p>
          <a:p>
            <a:r>
              <a:rPr lang="en-US" altLang="en-US" dirty="0"/>
              <a:t>The platform provides a complete interview preparation ecosystem for students and job seekers.</a:t>
            </a:r>
            <a:endParaRPr lang="en-US" alt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</a:t>
            </a:r>
            <a:r>
              <a:rPr lang="en-IN" altLang="en-US" sz="2400" b="1" dirty="0"/>
              <a:t> - </a:t>
            </a:r>
            <a:endParaRPr lang="en-IN" altLang="en-US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 err="1">
                <a:sym typeface="Times New Roman" panose="02020603050405020304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dirty="0">
                <a:sym typeface="Times New Roman" panose="02020603050405020304"/>
              </a:rPr>
              <a:t>component Used -</a:t>
            </a:r>
            <a:endParaRPr sz="2400" b="1" dirty="0">
              <a:sym typeface="Times New Roman" panose="02020603050405020304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4980" y="862965"/>
            <a:ext cx="11002010" cy="418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en-US" b="1" dirty="0"/>
              <a:t>Chat Input –</a:t>
            </a:r>
            <a:r>
              <a:rPr lang="en-US" altLang="en-US" dirty="0"/>
              <a:t> Interface where users enter their resume, queries, or interview-related responses (text input for mock interview interaction).</a:t>
            </a:r>
            <a:endParaRPr lang="en-US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en-US" b="1" dirty="0"/>
              <a:t>IBM watsonx AI Agent –</a:t>
            </a:r>
            <a:r>
              <a:rPr lang="en-US" altLang="en-US" dirty="0"/>
              <a:t> Processes user input using IBM Granite models to generate interview questions, evaluate answers, and provide personalized feedback.</a:t>
            </a:r>
            <a:endParaRPr lang="en-US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en-US" b="1" dirty="0"/>
              <a:t>IBM Granite Model – </a:t>
            </a:r>
            <a:r>
              <a:rPr lang="en-US" altLang="en-US" dirty="0"/>
              <a:t>Granite-4.0-8B-Instruct → Used for real-time reasoning, generating technical/HR questions, and scoring candidate responses efficiently.</a:t>
            </a:r>
            <a:endParaRPr lang="en-US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en-US" b="1" dirty="0"/>
              <a:t>Chat Output –</a:t>
            </a:r>
            <a:r>
              <a:rPr lang="en-US" altLang="en-US" dirty="0"/>
              <a:t> Displays AI-generated results such as interview questions, evaluation scores, feedback, and learning recommendations.</a:t>
            </a:r>
            <a:endParaRPr lang="en-US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en-US" b="1" dirty="0"/>
              <a:t>File Component –</a:t>
            </a:r>
            <a:r>
              <a:rPr lang="en-US" altLang="en-US" dirty="0"/>
              <a:t> Stores and retrieves user resumes, interview history, skill data, and performance tracking information for analysis.</a:t>
            </a:r>
            <a:endParaRPr lang="en-US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en-US" b="1" dirty="0"/>
              <a:t>Vector Database (FAISS / Chroma) –</a:t>
            </a:r>
            <a:r>
              <a:rPr lang="en-US" altLang="en-US" dirty="0"/>
              <a:t> Used for RAG-based retrieval of interview questions, DSA notes, HR datasets, and company-specific preparation data for accurate responses.</a:t>
            </a:r>
            <a:endParaRPr lang="en-US" alt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 err="1">
                <a:sym typeface="Times New Roman" panose="02020603050405020304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dirty="0">
                <a:sym typeface="Times New Roman" panose="02020603050405020304"/>
              </a:rPr>
              <a:t>workflow -</a:t>
            </a:r>
            <a:endParaRPr sz="2400" b="1" dirty="0">
              <a:sym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845" y="858520"/>
            <a:ext cx="11191875" cy="5542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1"/>
            <a:r>
              <a:rPr lang="en-US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 blueprint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675" y="772160"/>
            <a:ext cx="901065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1167493"/>
            <a:ext cx="740664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Agentic AI enables the Interview Trainer Agent to work as an intelligent, autonomous system rather than a simple chatbot. Using IBM watsonx.ai and IBM Granite models, it coordinates multiple agents for resume analysis, interview question generation, answer evaluation, and learning recommendations.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Each agent handles a specific task and collaborates to deliver accurate and structured interview preparation. The system understands user context such as skills, experience, and goals to generate personalized guidance.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It also adapts in real time based on user performance, improving feedback and recommendations continuously. Overall, Agentic AI makes the system proactive, personalized, and goal-driven, acting like a smart AI interview coach.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515600" cy="5231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LangFlow platform –</a:t>
            </a:r>
            <a:r>
              <a:rPr lang="en-US" altLang="en-US" sz="1800" dirty="0"/>
              <a:t> Used to visually design and manage multi-agent workflows for interview preparation tasks.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IBM Granite model –</a:t>
            </a:r>
            <a:r>
              <a:rPr lang="en-US" altLang="en-US" sz="1800" dirty="0"/>
              <a:t> Provides natural language understanding, reasoning, and personalized interview question generation and feedback.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IBM Cloud –</a:t>
            </a:r>
            <a:r>
              <a:rPr lang="en-US" altLang="en-US" sz="1800" dirty="0"/>
              <a:t> Offers a secure and scalable environment to deploy and run the Interview Trainer Agent.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RAG (Retrieval-Augmented Generation) –</a:t>
            </a:r>
            <a:r>
              <a:rPr lang="en-US" altLang="en-US" sz="1800" dirty="0"/>
              <a:t> Retrieves relevant interview and technical data first, then generates accurate, context-aware responses.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I</a:t>
            </a:r>
            <a:r>
              <a:rPr lang="en-US" altLang="en-US" sz="1800" b="1" dirty="0"/>
              <a:t>BM watsonx.ai – </a:t>
            </a:r>
            <a:r>
              <a:rPr lang="en-US" altLang="en-US" sz="1800" dirty="0"/>
              <a:t>Used for model deployment, embeddings, and AI governance.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Vector Database (FAISS/Chroma) –</a:t>
            </a:r>
            <a:r>
              <a:rPr lang="en-US" altLang="en-US" sz="1800" dirty="0"/>
              <a:t> Stores and retrieves interview-related data efficiently using semantic search.</a:t>
            </a:r>
            <a:endParaRPr lang="en-US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207135"/>
            <a:ext cx="1128014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800" dirty="0"/>
              <a:t> The Interview Trainer Agent combines Agentic AI, RAG, and personalization to create an intelligentinterview</a:t>
            </a:r>
            <a:br>
              <a:rPr lang="en-IN" sz="1800" dirty="0"/>
            </a:br>
            <a:r>
              <a:rPr lang="en-IN" sz="1800" dirty="0"/>
              <a:t>  preparation system.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lang="en-IN" sz="1800" dirty="0"/>
              <a:t> It uses multiple agents for resume analysis, question generation, evaluation, and learning recommendations </a:t>
            </a:r>
            <a:br>
              <a:rPr lang="en-IN" sz="1800" dirty="0"/>
            </a:br>
            <a:r>
              <a:rPr lang="en-IN" sz="1800" dirty="0"/>
              <a:t>  instead of a single chatbot.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lang="en-IN" sz="1800" dirty="0"/>
              <a:t> RAG improves accuracy by using real interview and technical data, reducing incorrect responses. The </a:t>
            </a:r>
            <a:br>
              <a:rPr lang="en-IN" sz="1800" dirty="0"/>
            </a:br>
            <a:r>
              <a:rPr lang="en-IN" sz="1800" dirty="0"/>
              <a:t>  system provides personalized interview questions and learning paths based on user skills and performance.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lang="en-IN" sz="1800" dirty="0"/>
              <a:t> It also adapts in real time by adjusting difficulty levels and feedback according to user progress.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lang="en-IN" sz="1800" dirty="0"/>
              <a:t>Overall, it acts as a smart, adaptive, and goal-driven AI interview coach.</a:t>
            </a:r>
            <a:endParaRPr lang="en-IN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>
                <a:sym typeface="Times New Roman" panose="02020603050405020304"/>
              </a:rPr>
              <a:t>Git Hub Link</a:t>
            </a:r>
            <a:r>
              <a:rPr lang="en-IN" altLang="en-US" sz="2400" b="1" dirty="0">
                <a:sym typeface="Times New Roman" panose="02020603050405020304"/>
              </a:rPr>
              <a:t> - </a:t>
            </a:r>
            <a:endParaRPr lang="en-IN" altLang="en-US" sz="24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URL –</a:t>
            </a:r>
            <a:r>
              <a:rPr lang="en-IN" alt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https://github.com/Rahul-Reddy9/Interview-Trainer-AI-Agent</a:t>
            </a:r>
            <a:endParaRPr lang="en-US" altLang="en-US" sz="1850" dirty="0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>
                <a:sym typeface="Times New Roman" panose="02020603050405020304"/>
              </a:rPr>
              <a:t>Future Scope </a:t>
            </a:r>
            <a:endParaRPr sz="24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565" y="1221740"/>
            <a:ext cx="9214485" cy="4955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Voice-Based Interview System &amp; Multilingual Support –</a:t>
            </a:r>
            <a:endParaRPr lang="en-US" sz="1850" b="1" i="0" u="none" strike="noStrike" cap="none" dirty="0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system can be enhanced with a voice-enabled AI interviewer that conducts real-time spoken interviews. Adding multilingual support will allow users to practice interviews in different languages, making the platform more accessible and inclusive.</a:t>
            </a:r>
            <a:endParaRPr lang="en-US" alt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lang="en-US" alt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Video Interview Analysis &amp; Placement Prediction –</a:t>
            </a:r>
            <a:endParaRPr lang="en-US" sz="1850" b="1" i="0" u="none" strike="noStrike" cap="none" dirty="0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85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platform can be extended with video-based analysis to evaluate body language, confidence, and communication skills. It can also include an AI-driven placement prediction system to estimate a candidate’s readiness based on performance and skill levels.</a:t>
            </a:r>
            <a:endParaRPr lang="en-US" altLang="en-US"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6815</Words>
  <Application>WPS Presentation</Application>
  <PresentationFormat>Widescreen</PresentationFormat>
  <Paragraphs>146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Office Theme</vt:lpstr>
      <vt:lpstr>IBM University Engagement Project Submission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G Rahul Reddy</cp:lastModifiedBy>
  <cp:revision>44</cp:revision>
  <dcterms:created xsi:type="dcterms:W3CDTF">2025-07-08T05:06:00Z</dcterms:created>
  <dcterms:modified xsi:type="dcterms:W3CDTF">2026-06-05T16:59:37Z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3C37112AA49C4F6FB72C18D5281BC1AF_12</vt:lpwstr>
  </property>
</Properties>
</file>